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nu_b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pt_dark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COCOS CREATOR 3.8.8   /   HARMONYOS NEXT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4526280"/>
            <a:ext cx="4023360" cy="0"/>
          </a:xfrm>
          <a:prstGeom prst="line">
            <a:avLst/>
          </a:prstGeom>
          <a:ln w="1270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4590288"/>
            <a:ext cx="73152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4EBDD"/>
                </a:solidFill>
                <a:latin typeface="Microsoft YaHei"/>
              </a:rPr>
              <a:t>喵音回廊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32180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D8B27A"/>
                </a:solidFill>
                <a:latin typeface="Bahnschrift"/>
              </a:rPr>
              <a:t>MEOWLO CORRIDOR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148840"/>
            <a:ext cx="54864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4EBDD"/>
                </a:solidFill>
                <a:latin typeface="Microsoft YaHei"/>
              </a:rPr>
              <a:t>蝙蝠抢走了妈妈的唱片，
小八要把碎片一块块找回来。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94360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Bahnschrift"/>
              </a:rPr>
              <a:t>V2.0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97103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2026  ·  横屏 2D 迷宫冒险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01  / 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utorial_story.png"/>
          <p:cNvPicPr>
            <a:picLocks noChangeAspect="1"/>
          </p:cNvPicPr>
          <p:nvPr/>
        </p:nvPicPr>
        <p:blipFill>
          <a:blip r:embed="rId2"/>
          <a:srcRect l="19501" r="19501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pic>
        <p:nvPicPr>
          <p:cNvPr id="3" name="Picture 2" descr="ppt_left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8932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STORY  /  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4754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一张唱片，
被摔成了碎片。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78608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F4EBDD"/>
                </a:solidFill>
                <a:latin typeface="Microsoft YaHei"/>
              </a:rPr>
              <a:t>蝙蝠抢走了妈妈的唱片，逃进迷宫深处，还故意把唱片摔成了碎片。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75887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8B27A"/>
                </a:solidFill>
                <a:latin typeface="Microsoft YaHei"/>
              </a:rPr>
              <a:t>小八要集齐所有碎片，找到出口，
路上可以借助各种道具。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800600"/>
            <a:ext cx="4206240" cy="0"/>
          </a:xfrm>
          <a:prstGeom prst="line">
            <a:avLst/>
          </a:prstGeom>
          <a:ln w="1016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49377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不是打败谁，而是把音乐带回家。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02  / 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CORE LOOP  /  核心循环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找到、拼回、离开。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9C8E82"/>
                </a:solidFill>
                <a:latin typeface="Microsoft YaHei"/>
              </a:rPr>
              <a:t>一局 5–9 分钟。路线由你决定，风险也由你决定。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78C8C0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614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328416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在迷雾里找路，
记住墙与岔口。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4809744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3" y="2139696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27614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集碎片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3328416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3–5 块碎片，
散落在四象限。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12463" y="4718304"/>
            <a:ext cx="2148841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12463" y="4809744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139696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7614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拼唱片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328416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最后一块触发终局，
CD 在中心重组。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65392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65392" y="4809744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终局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139696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78C8C0"/>
                </a:solidFill>
                <a:latin typeface="Bahnschrif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7614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找出口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328416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出口开启，
带着唱片离开。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8320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18320" y="4809744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出口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522976"/>
            <a:ext cx="10881360" cy="502920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1441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4EBDD"/>
                </a:solidFill>
                <a:latin typeface="Microsoft YaHei"/>
              </a:rPr>
              <a:t>目标不是清空地图，而是在倒计时结束前，把“听不见的音乐”重新拼完整。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V2.0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MAZE  /  随机迷宫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三档难度，三种呼吸。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同一 seed 可复现；DFS 生成 + 环路比例控制，保证连通与回路。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3401568" cy="64008"/>
          </a:xfrm>
          <a:prstGeom prst="rect">
            <a:avLst/>
          </a:prstGeom>
          <a:solidFill>
            <a:srgbClr val="78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185415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轻松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609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先熟悉黑暗与声音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017520"/>
            <a:ext cx="2880359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" y="316382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31638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11 ×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9300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4930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3 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822191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82219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151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1513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6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8056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480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2240279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入门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965960"/>
            <a:ext cx="3401568" cy="64008"/>
          </a:xfrm>
          <a:prstGeom prst="rect">
            <a:avLst/>
          </a:prstGeom>
          <a:solidFill>
            <a:srgbClr val="D8B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2185415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6609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完整的回廊体验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62856" y="3017520"/>
            <a:ext cx="288036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62856" y="316382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1638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15 ×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349300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4930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4 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3822191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82219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7:00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151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1513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8 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48056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480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2240279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推荐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8432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28432" y="1965960"/>
            <a:ext cx="3401568" cy="64008"/>
          </a:xfrm>
          <a:prstGeom prst="rect">
            <a:avLst/>
          </a:prstGeom>
          <a:solidFill>
            <a:srgbClr val="C9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7888" y="2185415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困难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26609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更大、更暗、更少回头路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47888" y="3017520"/>
            <a:ext cx="288036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47888" y="316382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31638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19 × 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349300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4272" y="34930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 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3822191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4272" y="382219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9:00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15137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4272" y="41513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12 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448056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4480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2240279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挑战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5046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8E82"/>
                </a:solidFill>
                <a:latin typeface="Microsoft YaHei"/>
              </a:rPr>
              <a:t>碎片按四象限 + BFS 最小间距分散；出口距离随难度增加。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V2.0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ITEMS  /  道具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八种道具，改变路线。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第一次拾取看教学卡；之后只给短提示。用得好是捷径，用错是代价。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ud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121408"/>
            <a:ext cx="841248" cy="841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219456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蝴蝶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33472"/>
            <a:ext cx="1353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指路 10 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3375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yinghuoch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9" y="2121408"/>
            <a:ext cx="841248" cy="841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79" y="219456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萤火虫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633472"/>
            <a:ext cx="1353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4 格视野 / 10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3375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aoxianqi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9" y="2121408"/>
            <a:ext cx="841248" cy="8412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199" y="219456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毛线球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2633472"/>
            <a:ext cx="1353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路径记忆 / 15 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3375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aoti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2121408"/>
            <a:ext cx="841248" cy="8412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04119" y="219456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猫条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2633472"/>
            <a:ext cx="1353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每次移动 2 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33375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加速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xiaoyug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4087368"/>
            <a:ext cx="841248" cy="8412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37360" y="416052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小鱼干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599432"/>
            <a:ext cx="1353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 +20 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30352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加速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47287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xianhuaji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79" y="4087368"/>
            <a:ext cx="841248" cy="8412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79" y="416052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鲜花酒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4599432"/>
            <a:ext cx="1353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方向颠倒 10 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530352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7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jingg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799" y="4087368"/>
            <a:ext cx="841248" cy="8412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15199" y="416052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下水道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9" y="4599432"/>
            <a:ext cx="1353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随机传送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59" y="530352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heiy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19" y="4087368"/>
            <a:ext cx="841248" cy="8412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104119" y="4160520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蝙蝠黑羽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19" y="4599432"/>
            <a:ext cx="13533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 -10 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7080" y="530352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V2.0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utorial_story.png"/>
          <p:cNvPicPr>
            <a:picLocks noChangeAspect="1"/>
          </p:cNvPicPr>
          <p:nvPr/>
        </p:nvPicPr>
        <p:blipFill>
          <a:blip r:embed="rId2"/>
          <a:srcRect l="16689" r="16689"/>
          <a:stretch>
            <a:fillRect/>
          </a:stretch>
        </p:blipFill>
        <p:spPr>
          <a:xfrm>
            <a:off x="4069080" y="0"/>
            <a:ext cx="8122615" cy="6858000"/>
          </a:xfrm>
          <a:prstGeom prst="rect">
            <a:avLst/>
          </a:prstGeom>
        </p:spPr>
      </p:pic>
      <p:pic>
        <p:nvPicPr>
          <p:cNvPr id="3" name="Picture 2" descr="ppt_left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ONBOARDING  /  新手引导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2062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F4EBDD"/>
                </a:solidFill>
                <a:latin typeface="Microsoft YaHei"/>
              </a:rPr>
              <a:t>第一次进入，
先看一段，再走一遍。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2491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10 秒全屏动画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3580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自动播放，可跳过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75887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57599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7 × 7 教学迷宫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68496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2 块碎片 / 2 个道具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9028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学会再出发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01184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进入正式三档难度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2356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“跳过视频”直接进入教学，不会回到暂停页。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ENGINEERING  /  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把随机性关进笼子。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Cocos Creator 3.8.8 · TypeScript · 1920×1080 · HarmonyOS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78C8C0"/>
                </a:solidFill>
                <a:latin typeface="Microsoft YaHei"/>
              </a:rPr>
              <a:t>表现层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MazeRenderer · CatView
FogView · HudView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9544" y="29718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C8E82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2402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Microsoft YaHei"/>
              </a:rPr>
              <a:t>玩法层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715768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DemoGame · PlayerController
ItemSystem · FinaleView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29718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C8E82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2402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Microsoft YaHei"/>
              </a:rPr>
              <a:t>核心层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715768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MazeGenerator · Rng
LevelConfig · ProgressStore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63440"/>
            <a:ext cx="8092440" cy="658368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平台层：Cocos 构建 → harmonyos-next → hvigor → signed HAP +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1000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0760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种子测试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600760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种道具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6235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600760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档难度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235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00760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种结局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DELIVERY  /  V2.0 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这次，打包到可以交付。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01952"/>
            <a:ext cx="5166360" cy="2395728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084832"/>
            <a:ext cx="731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D8B27A"/>
                </a:solidFill>
                <a:latin typeface="Bahnschrift"/>
              </a:rPr>
              <a:t>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523744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F4EBDD"/>
                </a:solidFill>
                <a:latin typeface="Microsoft YaHei"/>
              </a:rPr>
              <a:t>MeowloCorridor-2.0.0-release-signed.hap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926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4EBDD"/>
                </a:solidFill>
                <a:latin typeface="Bahnschrift"/>
              </a:rPr>
              <a:t>43.0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529584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SHA-256  9f494274ccb3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95344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真机安装 / hdc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01952"/>
            <a:ext cx="5166360" cy="2395728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084832"/>
            <a:ext cx="731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D8B27A"/>
                </a:solidFill>
                <a:latin typeface="Bahnschrift"/>
              </a:rPr>
              <a:t>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23744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F4EBDD"/>
                </a:solidFill>
                <a:latin typeface="Microsoft YaHei"/>
              </a:rPr>
              <a:t>MeowloCorridor-2.0.0-release-signed.app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926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4EBDD"/>
                </a:solidFill>
                <a:latin typeface="Bahnschrift"/>
              </a:rPr>
              <a:t>28.1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529584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SHA-256  b1f1fae22cb6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895344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AGC 上传 / 内测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817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4EBDD"/>
                </a:solidFill>
                <a:latin typeface="Microsoft YaHei"/>
              </a:rPr>
              <a:t>Release 签名 · arm64-v8a · 横屏 · 应用名「喵音回廊」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Web 构建同样可运行；官方模拟器为 x86_64，与 arm64 原生库 ABI 不匹配，真机/云真机验证更可靠。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nu_b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pt_dark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THANK YOU  / 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6400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4EBDD"/>
                </a:solidFill>
                <a:latin typeface="Microsoft YaHei"/>
              </a:rPr>
              <a:t>让唱片
重新转起来。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977639"/>
            <a:ext cx="4572000" cy="0"/>
          </a:xfrm>
          <a:prstGeom prst="line">
            <a:avLst/>
          </a:prstGeom>
          <a:ln w="1270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114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D8B27A"/>
                </a:solidFill>
                <a:latin typeface="Microsoft YaHei"/>
              </a:rPr>
              <a:t>喵音回廊  ·  Meowlo Corridor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53712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8E82"/>
                </a:solidFill>
                <a:latin typeface="Microsoft YaHei"/>
              </a:rPr>
              <a:t>一只猫，一座会呼吸的迷宫，一张被摔碎的唱片。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09  / 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