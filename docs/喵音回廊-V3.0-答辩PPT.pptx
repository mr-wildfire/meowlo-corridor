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5" r:id="rId16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蝙蝠抢走了妈妈的唱片，
小八要把碎片一块块找回来。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01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蝙蝠抢走了妈妈的唱片，逃进迷宫深处，还故意把唱片摔成了碎片。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小八要集齐所有碎片，找到出口，
路上可以借助各种道具。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不是打败谁，而是把音乐带回家。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02  / 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C8E82"/>
                </a:solidFill>
                <a:latin typeface="Microsoft YaHei"/>
              </a:rPr>
              <a:t>一局 5–9 分钟。路线由你决定，风险也由你决定。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在迷雾里找路，
记住墙与岔口。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集碎片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3–5 块碎片，
散落在四象限。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拼唱片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最后一块触发终局，
CD 在中心重组。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找出口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出口开启，
带着唱片离开。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4EBDD"/>
                </a:solidFill>
                <a:latin typeface="Microsoft YaHei"/>
              </a:rPr>
              <a:t>目标不是清空地图，而是在倒计时结束前，把“听不见的音乐”重新拼完整。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秒全屏动画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自动播放，可跳过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“跳过视频”直接进入教学，不会回到暂停页。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四轨同步启动；每收集一块碎片，只提升一轨音量。最后一块后静默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第一块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提示：歌声碎片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第二块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提示：鼓点碎片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第三块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提示：低音碎片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第四块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提示：奇特的碎片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V3.0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MeowloCorridor-3.0.0-debug-signed.hap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9260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4EBDD"/>
                </a:solidFill>
                <a:latin typeface="Bahnschrift"/>
              </a:rPr>
              <a:t>180.8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a21d4a9dcb28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MeowloCorridor-3.0.0-debug-signed.app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9260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4EBDD"/>
                </a:solidFill>
                <a:latin typeface="Bahnschrift"/>
              </a:rPr>
              <a:t>180.4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f700e5f336af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arm64-v8a · 横屏 · 应用名「喵音回廊」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构建同样可运行；官方模拟器为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