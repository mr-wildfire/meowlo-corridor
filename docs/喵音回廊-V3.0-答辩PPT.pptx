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3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nu_b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pt_dark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COCOS CREATOR 3.8.8   /   HARMONYOS NEXT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4526280"/>
            <a:ext cx="4023360" cy="0"/>
          </a:xfrm>
          <a:prstGeom prst="line">
            <a:avLst/>
          </a:prstGeom>
          <a:ln w="1270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4590288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4EBDD"/>
                </a:solidFill>
                <a:latin typeface="Microsoft YaHei"/>
              </a:rPr>
              <a:t>喵音回廊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3218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D8B27A"/>
                </a:solidFill>
                <a:latin typeface="Bahnschrift"/>
              </a:rPr>
              <a:t>MEOWLO CORRIDOR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148840"/>
            <a:ext cx="5486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4EBDD"/>
                </a:solidFill>
                <a:latin typeface="Microsoft YaHei"/>
              </a:rPr>
              <a:t>蝙蝠抢走了妈妈的唱片，
小八要把碎片一块块找回来。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943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Bahnschrift"/>
              </a:rPr>
              <a:t>V3.0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97103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2026  ·  横屏 2D 迷宫冒险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torial_story.png"/>
          <p:cNvPicPr>
            <a:picLocks noChangeAspect="1"/>
          </p:cNvPicPr>
          <p:nvPr/>
        </p:nvPicPr>
        <p:blipFill>
          <a:blip r:embed="rId2"/>
          <a:srcRect l="19501" r="1950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pic>
        <p:nvPicPr>
          <p:cNvPr id="3" name="Picture 2" descr="ppt_lef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8932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STORY  /  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4754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一张唱片，
被摔成了碎片。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78608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4EBDD"/>
                </a:solidFill>
                <a:latin typeface="Microsoft YaHei"/>
              </a:rPr>
              <a:t>蝙蝠抢走了妈妈的唱片，逃进迷宫深处，还故意把唱片摔成了碎片。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8B27A"/>
                </a:solidFill>
                <a:latin typeface="Microsoft YaHei"/>
              </a:rPr>
              <a:t>小八要集齐所有碎片，找到出口，
路上可以借助各种道具。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800600"/>
            <a:ext cx="4206240" cy="0"/>
          </a:xfrm>
          <a:prstGeom prst="line">
            <a:avLst/>
          </a:prstGeom>
          <a:ln w="1016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4937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不是打败谁，而是把音乐带回家。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02  / 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CORE LOOP  /  核心循环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找到、拼回、离开。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9C8E82"/>
                </a:solidFill>
                <a:latin typeface="Microsoft YaHei"/>
              </a:rPr>
              <a:t>一局 5–9 分钟。路线由你决定，风险也由你决定。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78C8C0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在迷雾里找路，
记住墙与岔口。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2463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集碎片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3–5 块碎片，
散落在四象限。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12463" y="4718304"/>
            <a:ext cx="2148841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12463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拼唱片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最后一块触发终局，
CD 在中心重组。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65392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65392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终局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78C8C0"/>
                </a:solidFill>
                <a:latin typeface="Bahnschrif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找出口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出口开启，
带着唱片离开。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8320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18320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出口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522976"/>
            <a:ext cx="10881360" cy="502920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1441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4EBDD"/>
                </a:solidFill>
                <a:latin typeface="Microsoft YaHei"/>
              </a:rPr>
              <a:t>目标不是清空地图，而是在倒计时结束前，把“听不见的音乐”重新拼完整。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V3.0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MAZE  /  随机迷宫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三档难度，三种呼吸。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同一 seed 可复现；DFS 生成 + 环路比例控制，保证连通与回路。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3401568" cy="64008"/>
          </a:xfrm>
          <a:prstGeom prst="rect">
            <a:avLst/>
          </a:prstGeom>
          <a:solidFill>
            <a:srgbClr val="78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18541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轻松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先熟悉黑暗与声音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017520"/>
            <a:ext cx="2880359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1638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163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11 ×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930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3 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82219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8221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1513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6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805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224027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入门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1965960"/>
            <a:ext cx="3401568" cy="64008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2856" y="218541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完整的回廊体验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62856" y="3017520"/>
            <a:ext cx="288036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62856" y="31638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163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15 ×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34930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4 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382219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8221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7:00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1513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8 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4805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224027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推荐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432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28432" y="1965960"/>
            <a:ext cx="3401568" cy="64008"/>
          </a:xfrm>
          <a:prstGeom prst="rect">
            <a:avLst/>
          </a:prstGeom>
          <a:solidFill>
            <a:srgbClr val="C9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47888" y="218541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困难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更大、更暗、更少回头路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47888" y="3017520"/>
            <a:ext cx="288036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47888" y="31638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3163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19 × 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34930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 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382219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38221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9:00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1513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12 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44805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224027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挑战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50468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8E82"/>
                </a:solidFill>
                <a:latin typeface="Microsoft YaHei"/>
              </a:rPr>
              <a:t>碎片按四象限 + BFS 最小间距分散；出口距离随难度增加。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V3.0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ITEMS  /  道具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八种道具，改变路线。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第一次拾取看教学卡；之后只给短提示。用得好是捷径，用错是代价。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ud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121408"/>
            <a:ext cx="841248" cy="84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蝴蝶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指路 10 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yinghuoch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2121408"/>
            <a:ext cx="841248" cy="841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79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萤火虫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4 格视野 / 10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aoxianqi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2121408"/>
            <a:ext cx="841248" cy="8412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199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毛线球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路径记忆 / 15 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maoti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2121408"/>
            <a:ext cx="841248" cy="8412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04119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猫条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每次移动 2 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加速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xiaoyug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4087368"/>
            <a:ext cx="841248" cy="8412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37360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小鱼干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 +20 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加速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47287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xianhuaji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79" y="4087368"/>
            <a:ext cx="841248" cy="8412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79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鲜花酒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方向颠倒 10 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7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jingg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799" y="4087368"/>
            <a:ext cx="841248" cy="8412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15199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下水道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9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随机传送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9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heiy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19" y="4087368"/>
            <a:ext cx="841248" cy="8412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104119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蝙蝠黑羽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19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 -10 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7080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V3.0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torial_story.png"/>
          <p:cNvPicPr>
            <a:picLocks noChangeAspect="1"/>
          </p:cNvPicPr>
          <p:nvPr/>
        </p:nvPicPr>
        <p:blipFill>
          <a:blip r:embed="rId2"/>
          <a:srcRect l="16689" r="16689"/>
          <a:stretch>
            <a:fillRect/>
          </a:stretch>
        </p:blipFill>
        <p:spPr>
          <a:xfrm>
            <a:off x="4069080" y="0"/>
            <a:ext cx="8122615" cy="6858000"/>
          </a:xfrm>
          <a:prstGeom prst="rect">
            <a:avLst/>
          </a:prstGeom>
        </p:spPr>
      </p:pic>
      <p:pic>
        <p:nvPicPr>
          <p:cNvPr id="3" name="Picture 2" descr="ppt_lef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ONBOARDING  /  新手引导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206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F4EBDD"/>
                </a:solidFill>
                <a:latin typeface="Microsoft YaHei"/>
              </a:rPr>
              <a:t>第一次进入，
先看一段，再走一遍。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2491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10 秒全屏动画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358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自动播放，可跳过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75887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5759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7 × 7 教学迷宫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684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2 块碎片 / 2 个道具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9028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学会再出发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0118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进入正式三档难度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235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“跳过视频”直接进入教学，不会回到暂停页。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AUDIO DESIGN  /  分层音乐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EBDD"/>
                </a:solidFill>
                <a:latin typeface="Microsoft YaHei"/>
              </a:rPr>
              <a:t>每拾起一块，迷宫就多一层声音。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44752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四轨同步启动；每收集一块碎片，只提升一轨音量。最后一块后静默 2.5 秒，再播放原曲高潮。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78C8C0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人声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Bahnschrift"/>
              </a:rPr>
              <a:t>VOCALS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第一块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提示：歌声碎片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7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7" y="3831336"/>
            <a:ext cx="491490" cy="82296"/>
          </a:xfrm>
          <a:prstGeom prst="rect">
            <a:avLst/>
          </a:prstGeom>
          <a:solidFill>
            <a:srgbClr val="78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11296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3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鼓点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Bahnschrift"/>
              </a:rPr>
              <a:t>DRUMS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第二块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提示：鼓点碎片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4176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94176" y="3831336"/>
            <a:ext cx="845362" cy="82296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64224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贝斯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Bahnschrift"/>
              </a:rPr>
              <a:t>BASS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第三块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提示：低音碎片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47104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47104" y="3831336"/>
            <a:ext cx="1199235" cy="82296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17152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97C7C"/>
                </a:solidFill>
                <a:latin typeface="Bahnschrif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其他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Bahnschrift"/>
              </a:rPr>
              <a:t>OTHER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第四块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提示：奇特的碎片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0032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00032" y="3831336"/>
            <a:ext cx="1553108" cy="82296"/>
          </a:xfrm>
          <a:prstGeom prst="rect">
            <a:avLst/>
          </a:prstGeom>
          <a:solidFill>
            <a:srgbClr val="C9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58368" y="4480560"/>
            <a:ext cx="7680960" cy="841248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4617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最后一块碎片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45902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D8B27A"/>
                </a:solidFill>
                <a:latin typeface="Microsoft YaHe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61772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停止四轨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5902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D8B27A"/>
                </a:solidFill>
                <a:latin typeface="Microsoft YaHe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46177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静默 2.5s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45902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D8B27A"/>
                </a:solidFill>
                <a:latin typeface="Microsoft YaHe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617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D8B27A"/>
                </a:solidFill>
                <a:latin typeface="Microsoft YaHei"/>
              </a:rPr>
              <a:t>原曲高潮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498348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9C8E82"/>
                </a:solidFill>
                <a:latin typeface="Bahnschrift"/>
              </a:rPr>
              <a:t>58s / 58s / 65s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49640" y="4480560"/>
            <a:ext cx="2971800" cy="164592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32520" y="459028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Microsoft YaHei"/>
              </a:rPr>
              <a:t>高潮来自原曲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493776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4EBDD"/>
                </a:solidFill>
                <a:latin typeface="Microsoft YaHei"/>
              </a:rPr>
              <a:t>轻松  星河追梦   58s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527608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4EBDD"/>
                </a:solidFill>
                <a:latin typeface="Microsoft YaHei"/>
              </a:rPr>
              <a:t>标准  Lemon        58s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5614416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4EBDD"/>
                </a:solidFill>
                <a:latin typeface="Microsoft YaHei"/>
              </a:rPr>
              <a:t>困难  海街寺庙    65s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V3.0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7790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C8E82"/>
                </a:solidFill>
                <a:latin typeface="Microsoft YaHei"/>
              </a:rPr>
              <a:t>困难模式：第 5 块不再新增音轨，直接进入 2.5 秒静默 → 原曲高潮。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ENGINEERING  /  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把随机性关进笼子。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Cocos Creator 3.8.8 · TypeScript · 1920×1080 · HarmonyOS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78C8C0"/>
                </a:solidFill>
                <a:latin typeface="Microsoft YaHei"/>
              </a:rPr>
              <a:t>表现层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MazeRenderer · CatView
FogView · HudView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9544" y="2971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C8E82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Microsoft YaHei"/>
              </a:rPr>
              <a:t>玩法层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715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DemoGame · PlayerController
ItemSystem · FinaleView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2971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C8E82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Microsoft YaHei"/>
              </a:rPr>
              <a:t>核心层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715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MazeGenerator · Rng
LevelConfig · ProgressStore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63440"/>
            <a:ext cx="8092440" cy="658368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平台层：Cocos 构建 → harmonyos-next → hvigor → signed HAP +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种子测试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种道具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档难度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种结局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DELIVERY  /  V3.0 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这次，打包到可以交付。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01952"/>
            <a:ext cx="5166360" cy="2395728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84832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D8B27A"/>
                </a:solidFill>
                <a:latin typeface="Bahnschrift"/>
              </a:rPr>
              <a:t>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52374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F4EBDD"/>
                </a:solidFill>
                <a:latin typeface="Microsoft YaHei"/>
              </a:rPr>
              <a:t>MeowloCorridor-3.0.0-debug-signed.hap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529584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SHA-256  3aac7c588b48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9534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真机安装 / hdc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01952"/>
            <a:ext cx="5166360" cy="2395728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084832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D8B27A"/>
                </a:solidFill>
                <a:latin typeface="Bahnschrift"/>
              </a:rPr>
              <a:t>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2374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F4EBDD"/>
                </a:solidFill>
                <a:latin typeface="Microsoft YaHei"/>
              </a:rPr>
              <a:t>MeowloCorridor-3.0.0-debug-signed.app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529584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SHA-256  cf9a35e07917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89534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AGC 上传 / 内测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8172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4EBDD"/>
                </a:solidFill>
                <a:latin typeface="Microsoft YaHei"/>
              </a:rPr>
              <a:t>Debug 构建 · arm64-v8a · 横屏 · 应用名「喵音回廊」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Web 构建同样可运行；官方模拟器为 x86_64，与 arm64 原生库 ABI 不匹配，真机/云真机验证更可靠。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nu_b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pt_dark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THANK YOU  / 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6400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4EBDD"/>
                </a:solidFill>
                <a:latin typeface="Microsoft YaHei"/>
              </a:rPr>
              <a:t>让唱片
重新转起来。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4572000" cy="0"/>
          </a:xfrm>
          <a:prstGeom prst="line">
            <a:avLst/>
          </a:prstGeom>
          <a:ln w="1270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14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D8B27A"/>
                </a:solidFill>
                <a:latin typeface="Microsoft YaHei"/>
              </a:rPr>
              <a:t>喵音回廊  ·  Meowlo Corridor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53712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8E82"/>
                </a:solidFill>
                <a:latin typeface="Microsoft YaHei"/>
              </a:rPr>
              <a:t>一只猫，一座会呼吸的迷宫，一张被摔碎的唱片。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545</Words>
  <Application>Microsoft Office PowerPoint</Application>
  <PresentationFormat>宽屏</PresentationFormat>
  <Paragraphs>202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Bahnschrift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信哲 边</cp:lastModifiedBy>
  <cp:revision>2</cp:revision>
  <dcterms:created xsi:type="dcterms:W3CDTF">2013-01-27T09:14:16Z</dcterms:created>
  <dcterms:modified xsi:type="dcterms:W3CDTF">2026-10-27T19:00:43Z</dcterms:modified>
  <cp:category/>
</cp:coreProperties>
</file>