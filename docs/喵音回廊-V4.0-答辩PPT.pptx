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3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nu_bg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pt_dark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COCOS CREATOR 3.8.8   /   HARMONYOS NEXT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4526280"/>
            <a:ext cx="4023360" cy="0"/>
          </a:xfrm>
          <a:prstGeom prst="line">
            <a:avLst/>
          </a:prstGeom>
          <a:ln w="12700">
            <a:solidFill>
              <a:srgbClr val="D8B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4590288"/>
            <a:ext cx="7315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4EBDD"/>
                </a:solidFill>
                <a:latin typeface="Microsoft YaHei"/>
              </a:rPr>
              <a:t>喵音回廊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32180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D8B27A"/>
                </a:solidFill>
                <a:latin typeface="Bahnschrift"/>
              </a:rPr>
              <a:t>MEOWLO CORRIDOR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148840"/>
            <a:ext cx="5486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4EBDD"/>
                </a:solidFill>
                <a:latin typeface="Microsoft YaHei"/>
              </a:rPr>
              <a:t>妈妈的唱片碎在迷宫深处，
小八要把它们一块块找回来。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594360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D8B27A"/>
                </a:solidFill>
                <a:latin typeface="Bahnschrift"/>
              </a:rPr>
              <a:t>V4.0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97103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2026  ·  横屏 2D 迷宫冒险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01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torial_story.png"/>
          <p:cNvPicPr>
            <a:picLocks noChangeAspect="1"/>
          </p:cNvPicPr>
          <p:nvPr/>
        </p:nvPicPr>
        <p:blipFill>
          <a:blip r:embed="rId2"/>
          <a:srcRect l="19501" r="19501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pic>
        <p:nvPicPr>
          <p:cNvPr id="3" name="Picture 2" descr="ppt_left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8932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STORY  /  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47548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一张唱片，
被摔成了碎片。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78608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F4EBDD"/>
                </a:solidFill>
                <a:latin typeface="Microsoft YaHei"/>
              </a:rPr>
              <a:t>妈妈的唱片被蝙蝠抢走，碎在迷宫深处。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75887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8B27A"/>
                </a:solidFill>
                <a:latin typeface="Microsoft YaHei"/>
              </a:rPr>
              <a:t>小八要找回每一块碎片，把唱片带回给妈妈。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4800600"/>
            <a:ext cx="4206240" cy="0"/>
          </a:xfrm>
          <a:prstGeom prst="line">
            <a:avLst/>
          </a:prstGeom>
          <a:ln w="10160">
            <a:solidFill>
              <a:srgbClr val="D8B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49377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C8E82"/>
                </a:solidFill>
                <a:latin typeface="Microsoft YaHei"/>
              </a:rPr>
              <a:t>出口，就藏在音乐重新响起的地方。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CORE LOOP  /  核心循环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找到、拼回、离开。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9C8E82"/>
                </a:solidFill>
                <a:latin typeface="Microsoft YaHei"/>
              </a:rPr>
              <a:t>一局 5–9 分钟。路线由你决定，风险也由你决定。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2139696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78C8C0"/>
                </a:solidFill>
                <a:latin typeface="Bahnschrif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探索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328416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在迷雾里找路，
记住墙与岔口。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6" y="4718304"/>
            <a:ext cx="214884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536" y="48097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12463" y="2139696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D8B27A"/>
                </a:solidFill>
                <a:latin typeface="Bahnschrif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3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集碎片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3" y="3328416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3–5 块碎片，
散落在四象限。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12463" y="4718304"/>
            <a:ext cx="2148841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12463" y="48097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2139696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D8B27A"/>
                </a:solidFill>
                <a:latin typeface="Bahnschrif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拼唱片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328416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最后一块触发终局，
CD 在中心重组。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65392" y="4718304"/>
            <a:ext cx="214884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65392" y="48097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终局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2139696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78C8C0"/>
                </a:solidFill>
                <a:latin typeface="Bahnschrif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找出口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328416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出口开启，
带着唱片离开。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18320" y="4718304"/>
            <a:ext cx="214884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18320" y="48097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出口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522976"/>
            <a:ext cx="10881360" cy="502920"/>
          </a:xfrm>
          <a:prstGeom prst="roundRect">
            <a:avLst/>
          </a:prstGeom>
          <a:solidFill>
            <a:srgbClr val="23172C"/>
          </a:solidFill>
          <a:ln w="10160">
            <a:solidFill>
              <a:srgbClr val="4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614416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F4EBDD"/>
                </a:solidFill>
                <a:latin typeface="Microsoft YaHei"/>
              </a:rPr>
              <a:t>目标不是清空地图，而是在倒计时结束前，把“听不见的音乐”重新拼完整。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V4.0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MAZE  /  随机迷宫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三档难度，三种呼吸。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同一 seed 可复现；DFS 生成 + 环路比例控制，保证连通与回路。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3401568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3401568" cy="64008"/>
          </a:xfrm>
          <a:prstGeom prst="rect">
            <a:avLst/>
          </a:prstGeom>
          <a:solidFill>
            <a:srgbClr val="78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185415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4EBDD"/>
                </a:solidFill>
                <a:latin typeface="Microsoft YaHei"/>
              </a:rPr>
              <a:t>轻松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609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C8E82"/>
                </a:solidFill>
                <a:latin typeface="Microsoft YaHei"/>
              </a:rPr>
              <a:t>先熟悉黑暗与声音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" y="3017520"/>
            <a:ext cx="2880359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" y="316382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迷宫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316382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11 ×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9300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493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3 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822191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82219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5:00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15137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道具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151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6 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805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环路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480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2240279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入门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965960"/>
            <a:ext cx="3401568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1965960"/>
            <a:ext cx="3401568" cy="64008"/>
          </a:xfrm>
          <a:prstGeom prst="rect">
            <a:avLst/>
          </a:prstGeom>
          <a:solidFill>
            <a:srgbClr val="D8B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62856" y="2185415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4EBDD"/>
                </a:solidFill>
                <a:latin typeface="Microsoft YaHei"/>
              </a:rPr>
              <a:t>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6609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C8E82"/>
                </a:solidFill>
                <a:latin typeface="Microsoft YaHei"/>
              </a:rPr>
              <a:t>完整的回廊体验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62856" y="3017520"/>
            <a:ext cx="288036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62856" y="316382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迷宫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16382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15 × 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349300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493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4 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6" y="3822191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82219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7:00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15137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道具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151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8 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44805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环路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480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2240279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Microsoft YaHei"/>
              </a:rPr>
              <a:t>推荐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28432" y="1965960"/>
            <a:ext cx="3401568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28432" y="1965960"/>
            <a:ext cx="3401568" cy="64008"/>
          </a:xfrm>
          <a:prstGeom prst="rect">
            <a:avLst/>
          </a:prstGeom>
          <a:solidFill>
            <a:srgbClr val="C9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47888" y="2185415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4EBDD"/>
                </a:solidFill>
                <a:latin typeface="Microsoft YaHei"/>
              </a:rPr>
              <a:t>困难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26609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C8E82"/>
                </a:solidFill>
                <a:latin typeface="Microsoft YaHei"/>
              </a:rPr>
              <a:t>更大、更暗、更少回头路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47888" y="3017520"/>
            <a:ext cx="288036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47888" y="316382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迷宫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4272" y="316382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19 × 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349300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34272" y="3493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5 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3822191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4272" y="382219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9:00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415137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道具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34272" y="4151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12 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44805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环路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4272" y="4480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2240279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挑战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50468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C8E82"/>
                </a:solidFill>
                <a:latin typeface="Microsoft YaHei"/>
              </a:rPr>
              <a:t>碎片按四象限 + BFS 最小间距分散；出口距离随难度增加。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V4.0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ITEMS  /  道具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八种道具，改变路线。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第一次拾取看教学卡；之后只给短提示。用得好是捷径，用错是代价。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ud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121408"/>
            <a:ext cx="841248" cy="8412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7360" y="219456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蝴蝶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3347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指路 10 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3375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指引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yinghuoch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79" y="2121408"/>
            <a:ext cx="841248" cy="8412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79" y="219456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萤火虫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63347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4 格视野 / 10 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3375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指引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aoxianqi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9" y="2121408"/>
            <a:ext cx="841248" cy="8412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199" y="219456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毛线球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263347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路径记忆 / 15 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3375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指引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maoti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19" y="2121408"/>
            <a:ext cx="841248" cy="8412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04119" y="219456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猫条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19" y="263347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每次移动 2 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33375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Microsoft YaHei"/>
              </a:rPr>
              <a:t>加速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xiaoyug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4087368"/>
            <a:ext cx="841248" cy="8412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37360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小鱼干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59943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 +20 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30352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Microsoft YaHei"/>
              </a:rPr>
              <a:t>加速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47287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xianhuaji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79" y="4087368"/>
            <a:ext cx="841248" cy="8412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26279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鲜花酒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79" y="459943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方向颠倒 10 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530352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风险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7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jingg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799" y="4087368"/>
            <a:ext cx="841248" cy="8412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15199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下水道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199" y="459943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随机传送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59" y="530352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风险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25128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heiyu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719" y="4087368"/>
            <a:ext cx="841248" cy="8412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104119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蝙蝠黑羽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19" y="459943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 -10 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27080" y="530352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风险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V4.0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torial_story.png"/>
          <p:cNvPicPr>
            <a:picLocks noChangeAspect="1"/>
          </p:cNvPicPr>
          <p:nvPr/>
        </p:nvPicPr>
        <p:blipFill>
          <a:blip r:embed="rId2"/>
          <a:srcRect l="16689" r="16689"/>
          <a:stretch>
            <a:fillRect/>
          </a:stretch>
        </p:blipFill>
        <p:spPr>
          <a:xfrm>
            <a:off x="4069080" y="0"/>
            <a:ext cx="8122615" cy="6858000"/>
          </a:xfrm>
          <a:prstGeom prst="rect">
            <a:avLst/>
          </a:prstGeom>
        </p:spPr>
      </p:pic>
      <p:pic>
        <p:nvPicPr>
          <p:cNvPr id="3" name="Picture 2" descr="ppt_left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ONBOARDING  /  新手引导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2062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F4EBDD"/>
                </a:solidFill>
                <a:latin typeface="Microsoft YaHei"/>
              </a:rPr>
              <a:t>第一次进入，
先看一段，再走一遍。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D8B27A"/>
                </a:solidFill>
                <a:latin typeface="Bahnschrif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2491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EBDD"/>
                </a:solidFill>
                <a:latin typeface="Microsoft YaHei"/>
              </a:rPr>
              <a:t>10 秒原片视频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3580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直接播放 MP4 / 自动播放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75887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D8B27A"/>
                </a:solidFill>
                <a:latin typeface="Bahnschrif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657599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EBDD"/>
                </a:solidFill>
                <a:latin typeface="Microsoft YaHei"/>
              </a:rPr>
              <a:t>7 × 7 教学迷宫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684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2 块碎片 / 2 个道具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0857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D8B27A"/>
                </a:solidFill>
                <a:latin typeface="Bahnschrif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59028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EBDD"/>
                </a:solidFill>
                <a:latin typeface="Microsoft YaHei"/>
              </a:rPr>
              <a:t>学会再出发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90118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进入正式三档难度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2356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视频结束进入教学；滑动屏幕移动小猫，依次提示目标、碎片、道具和出口。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V4.0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AUDIO DESIGN  /  分层音乐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EBDD"/>
                </a:solidFill>
                <a:latin typeface="Microsoft YaHei"/>
              </a:rPr>
              <a:t>每拾起一块，迷宫就多一层声音。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44752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C8E82"/>
                </a:solidFill>
                <a:latin typeface="Microsoft YaHei"/>
              </a:rPr>
              <a:t>四轨同步启动；每块碎片随机解锁一轨，四轨不重复。最后一块后静默 2.5 秒，再播放原曲高潮。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615184" cy="20116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29514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78C8C0"/>
                </a:solidFill>
                <a:latin typeface="Bahnschrif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2768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EBDD"/>
                </a:solidFill>
                <a:latin typeface="Microsoft YaHei"/>
              </a:rPr>
              <a:t>人声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2491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Bahnschrift"/>
              </a:rPr>
              <a:t>VOCALS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0815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随机一轨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474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可能：歌声碎片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7" y="3831336"/>
            <a:ext cx="1965960" cy="82296"/>
          </a:xfrm>
          <a:prstGeom prst="rect">
            <a:avLst/>
          </a:prstGeom>
          <a:solidFill>
            <a:srgbClr val="3D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7" y="3831336"/>
            <a:ext cx="491490" cy="82296"/>
          </a:xfrm>
          <a:prstGeom prst="rect">
            <a:avLst/>
          </a:prstGeom>
          <a:solidFill>
            <a:srgbClr val="78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11296" y="2148840"/>
            <a:ext cx="2615184" cy="20116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4176" y="229514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D8B27A"/>
                </a:solidFill>
                <a:latin typeface="Bahnschrif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3" y="22768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EBDD"/>
                </a:solidFill>
                <a:latin typeface="Microsoft YaHei"/>
              </a:rPr>
              <a:t>鼓点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272491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Bahnschrift"/>
              </a:rPr>
              <a:t>DRUMS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30815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随机二轨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3474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可能：鼓点碎片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94176" y="3831336"/>
            <a:ext cx="1965960" cy="82296"/>
          </a:xfrm>
          <a:prstGeom prst="rect">
            <a:avLst/>
          </a:prstGeom>
          <a:solidFill>
            <a:srgbClr val="3D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94176" y="3831336"/>
            <a:ext cx="845362" cy="82296"/>
          </a:xfrm>
          <a:prstGeom prst="rect">
            <a:avLst/>
          </a:prstGeom>
          <a:solidFill>
            <a:srgbClr val="D8B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64224" y="2148840"/>
            <a:ext cx="2615184" cy="20116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7104" y="229514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D8B27A"/>
                </a:solidFill>
                <a:latin typeface="Bahnschrift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2768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EBDD"/>
                </a:solidFill>
                <a:latin typeface="Microsoft YaHei"/>
              </a:rPr>
              <a:t>贝斯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272491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Bahnschrift"/>
              </a:rPr>
              <a:t>BASS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30815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随机三轨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3474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可能：低音碎片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47104" y="3831336"/>
            <a:ext cx="1965960" cy="82296"/>
          </a:xfrm>
          <a:prstGeom prst="rect">
            <a:avLst/>
          </a:prstGeom>
          <a:solidFill>
            <a:srgbClr val="3D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47104" y="3831336"/>
            <a:ext cx="1199235" cy="82296"/>
          </a:xfrm>
          <a:prstGeom prst="rect">
            <a:avLst/>
          </a:prstGeom>
          <a:solidFill>
            <a:srgbClr val="D8B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217152" y="2148840"/>
            <a:ext cx="2615184" cy="20116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00032" y="229514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97C7C"/>
                </a:solidFill>
                <a:latin typeface="Bahnschrif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2768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EBDD"/>
                </a:solidFill>
                <a:latin typeface="Microsoft YaHei"/>
              </a:rPr>
              <a:t>其他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0032" y="272491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Bahnschrift"/>
              </a:rPr>
              <a:t>OTHER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30815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随机四轨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032" y="3474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可能：奇特的碎片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00032" y="3831336"/>
            <a:ext cx="1965960" cy="82296"/>
          </a:xfrm>
          <a:prstGeom prst="rect">
            <a:avLst/>
          </a:prstGeom>
          <a:solidFill>
            <a:srgbClr val="3D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00032" y="3831336"/>
            <a:ext cx="1553108" cy="82296"/>
          </a:xfrm>
          <a:prstGeom prst="rect">
            <a:avLst/>
          </a:prstGeom>
          <a:solidFill>
            <a:srgbClr val="C9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58368" y="4480560"/>
            <a:ext cx="7680960" cy="841248"/>
          </a:xfrm>
          <a:prstGeom prst="roundRect">
            <a:avLst/>
          </a:prstGeom>
          <a:solidFill>
            <a:srgbClr val="23172C"/>
          </a:solidFill>
          <a:ln w="10160">
            <a:solidFill>
              <a:srgbClr val="4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4617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最后一块碎片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459028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D8B27A"/>
                </a:solidFill>
                <a:latin typeface="Microsoft YaHei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461772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停止四轨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459028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D8B27A"/>
                </a:solidFill>
                <a:latin typeface="Microsoft YaHei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0" y="46177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静默 2.5s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459028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D8B27A"/>
                </a:solidFill>
                <a:latin typeface="Microsoft YaHei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4617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D8B27A"/>
                </a:solidFill>
                <a:latin typeface="Microsoft YaHei"/>
              </a:rPr>
              <a:t>原曲高潮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498348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9C8E82"/>
                </a:solidFill>
                <a:latin typeface="Bahnschrift"/>
              </a:rPr>
              <a:t>58s / 58s / 65s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49640" y="4480560"/>
            <a:ext cx="2971800" cy="164592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732520" y="459028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Microsoft YaHei"/>
              </a:rPr>
              <a:t>高潮来自原曲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493776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4EBDD"/>
                </a:solidFill>
                <a:latin typeface="Microsoft YaHei"/>
              </a:rPr>
              <a:t>轻松  星河追梦   58s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5276088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4EBDD"/>
                </a:solidFill>
                <a:latin typeface="Microsoft YaHei"/>
              </a:rPr>
              <a:t>标准  Lemon        58s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5614416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4EBDD"/>
                </a:solidFill>
                <a:latin typeface="Microsoft YaHei"/>
              </a:rPr>
              <a:t>困难  海街寺庙    65s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V4.0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77900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C8E82"/>
                </a:solidFill>
                <a:latin typeface="Microsoft YaHei"/>
              </a:rPr>
              <a:t>困难模式：第 5 块不再新增音轨，直接进入 2.5 秒静默 → 原曲高潮。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ENGINEERING  /  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把随机性关进笼子。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C8E82"/>
                </a:solidFill>
                <a:latin typeface="Microsoft YaHei"/>
              </a:rPr>
              <a:t>Cocos Creator 3.8.8 · TypeScript · 1920×1080 · HarmonyOS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2487168" cy="22402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78C8C0"/>
                </a:solidFill>
                <a:latin typeface="Microsoft YaHei"/>
              </a:rPr>
              <a:t>表现层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MazeRenderer · CatView
FogView · HudView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9544" y="29718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9C8E82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2057400"/>
            <a:ext cx="2487168" cy="22402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2240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D8B27A"/>
                </a:solidFill>
                <a:latin typeface="Microsoft YaHei"/>
              </a:rPr>
              <a:t>玩法层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71576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DemoGame · PlayerController
ItemSystem · FinaleView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29718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9C8E82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057400"/>
            <a:ext cx="2487168" cy="22402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1656" y="2240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D8B27A"/>
                </a:solidFill>
                <a:latin typeface="Microsoft YaHei"/>
              </a:rPr>
              <a:t>核心层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71576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MazeGenerator · Rng
LevelConfig · ProgressStore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63440"/>
            <a:ext cx="8092440" cy="658368"/>
          </a:xfrm>
          <a:prstGeom prst="roundRect">
            <a:avLst/>
          </a:prstGeom>
          <a:solidFill>
            <a:srgbClr val="23172C"/>
          </a:solidFill>
          <a:ln w="10160">
            <a:solidFill>
              <a:srgbClr val="4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平台层：Cocos 构建 → harmonyos-next → hvigor → signed HAP +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1000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0076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种子测试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623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60076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种道具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5623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60076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档难度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623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60076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种结局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V4.0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DELIVERY  /  V4.0 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这次，打包到可以交付。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01952"/>
            <a:ext cx="5166360" cy="2395728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84832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D8B27A"/>
                </a:solidFill>
                <a:latin typeface="Bahnschrift"/>
              </a:rPr>
              <a:t>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523744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F4EBDD"/>
                </a:solidFill>
                <a:latin typeface="Microsoft YaHei"/>
              </a:rPr>
              <a:t>喵音回廊-V4.0-Debug.hap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529584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SHA-256  1b9517c858d1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89534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真机安装 / hdc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01952"/>
            <a:ext cx="5166360" cy="2395728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2084832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D8B27A"/>
                </a:solidFill>
                <a:latin typeface="Bahnschrift"/>
              </a:rPr>
              <a:t>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523744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F4EBDD"/>
                </a:solidFill>
                <a:latin typeface="Microsoft YaHei"/>
              </a:rPr>
              <a:t>喵音回廊-V4.0-Debug.app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529584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SHA-256  c5fafff07fb1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89534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AGC 上传 / 内测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8172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4EBDD"/>
                </a:solidFill>
                <a:latin typeface="Microsoft YaHei"/>
              </a:rPr>
              <a:t>Debug 构建 · HAP 183.1 MB / APP 182.8 MB · arm64-v8a · 横屏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7492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Web V4.0 同步交付；官方模拟器为 x86_64，与 arm64 原生库 ABI 不匹配，真机/云真机验证更可靠。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V4.0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nu_bg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pt_dark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THANK YOU  /  V4.0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6400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4EBDD"/>
                </a:solidFill>
                <a:latin typeface="Microsoft YaHei"/>
              </a:rPr>
              <a:t>让唱片
重新转起来。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3977639"/>
            <a:ext cx="4572000" cy="0"/>
          </a:xfrm>
          <a:prstGeom prst="line">
            <a:avLst/>
          </a:prstGeom>
          <a:ln w="12700">
            <a:solidFill>
              <a:srgbClr val="D8B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114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D8B27A"/>
                </a:solidFill>
                <a:latin typeface="Microsoft YaHei"/>
              </a:rPr>
              <a:t>喵音回廊  ·  Meowlo Corridor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53712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C8E82"/>
                </a:solidFill>
                <a:latin typeface="Microsoft YaHei"/>
              </a:rPr>
              <a:t>一只猫，一座会呼吸的迷宫，一张被摔碎的唱片。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545</Words>
  <Application>Microsoft Office PowerPoint</Application>
  <PresentationFormat>宽屏</PresentationFormat>
  <Paragraphs>202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Arial</vt:lpstr>
      <vt:lpstr>Bahnschrift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信哲 边</cp:lastModifiedBy>
  <cp:revision>2</cp:revision>
  <dcterms:created xsi:type="dcterms:W3CDTF">2013-01-27T09:14:16Z</dcterms:created>
  <dcterms:modified xsi:type="dcterms:W3CDTF">2026-10-27T19:00:43Z</dcterms:modified>
  <cp:category/>
</cp:coreProperties>
</file>