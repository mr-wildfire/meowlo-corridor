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6"/>
    <p:sldId id="258" r:id="rId4"/>
    <p:sldId id="259" r:id="rId5"/>
    <p:sldId id="260" r:id="rId6"/>
    <p:sldId id="261" r:id="rId7"/>
    <p:sldId id="265" r:id="rId8"/>
    <p:sldId id="262" r:id="rId9"/>
    <p:sldId id="267" r:id="rId17"/>
    <p:sldId id="268" r:id="rId18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43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COCOS CREATOR 3.8.8   /   HARMONYOS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4526280"/>
            <a:ext cx="402336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90288"/>
            <a:ext cx="7315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喵音回廊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D8B27A"/>
                </a:solidFill>
                <a:latin typeface="Bahnschrift"/>
              </a:rPr>
              <a:t>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148840"/>
            <a:ext cx="5486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4EBDD"/>
                </a:solidFill>
                <a:latin typeface="Microsoft YaHei"/>
              </a:rPr>
              <a:t>妈妈的唱片碎在迷宫深处，
小八要把它们一块块找回来。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9436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Bahnschrift"/>
              </a:rPr>
              <a:t>V5.0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971032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2026  ·  横屏 2D 迷宫冒险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01  / 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9893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STORY  /  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475488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一张唱片，
被摔成了碎片。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4EBDD"/>
                </a:solidFill>
                <a:latin typeface="Microsoft YaHei"/>
              </a:rPr>
              <a:t>妈妈的唱片被蝙蝠抢走，碎在迷宫深处。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8B27A"/>
                </a:solidFill>
                <a:latin typeface="Microsoft YaHei"/>
              </a:rPr>
              <a:t>小八要找回每一块碎片，把唱片带回给妈妈。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4206240" cy="0"/>
          </a:xfrm>
          <a:prstGeom prst="line">
            <a:avLst/>
          </a:prstGeom>
          <a:ln w="1016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377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出口，就藏在音乐重新响起的地方。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02  / 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MELODY  /  旋律碎片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78992"/>
            <a:ext cx="73152" cy="1920240"/>
          </a:xfrm>
          <a:prstGeom prst="rect">
            <a:avLst/>
          </a:prstGeom>
          <a:solidFill>
            <a:srgbClr val="F2B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960120"/>
            <a:ext cx="594360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每一块碎片，</a:t>
            </a:r>
          </a:p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都是一段旋律。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74320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每一次探索，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都是一首未完成的歌。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160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A9E91"/>
                </a:solidFill>
                <a:latin typeface="Microsoft YaHei"/>
              </a:rPr>
              <a:t>把迷宫走成谱面，把拾取变成编曲。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碎片 = 一条音轨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探索 = 一次编曲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通关 = 完整播放</a:t>
            </a:r>
          </a:p>
        </p:txBody>
      </p:sp>
      <p:pic>
        <p:nvPicPr>
          <p:cNvPr id="10" name="Picture 9" descr="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51560"/>
            <a:ext cx="3474720" cy="34747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955279" y="685800"/>
            <a:ext cx="4206240" cy="420624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0" y="320040"/>
            <a:ext cx="4937760" cy="493776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51663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音乐不是终点，</a:t>
            </a:r>
          </a:p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是走过的每一步。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CORE LOOP  /  核心循环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找到、拼回、离开。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9C8E82"/>
                </a:solidFill>
                <a:latin typeface="Microsoft YaHei"/>
              </a:rPr>
              <a:t>一局 5–9 分钟。路线由你决定，风险也由你决定。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在迷雾里找路，
记住墙与岔口。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536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12463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集碎片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3–5 块碎片，
散落在四象限。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12463" y="4718304"/>
            <a:ext cx="2148841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12463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65392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拼唱片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最后一块触发终局，
CD 在中心重组。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65392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65392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终局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0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找出口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出口开启，
带着唱片离开。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18320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418320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出口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522976"/>
            <a:ext cx="10881360" cy="502920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614416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F4EBDD"/>
                </a:solidFill>
                <a:latin typeface="Microsoft YaHei"/>
              </a:rPr>
              <a:t>目标不是清空地图，而是在倒计时结束前，把“听不见的音乐”重新拼完整。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MAZE  /  随机迷宫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三档难度，三种呼吸。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同一 seed 可复现；DFS 生成 + 环路比例控制，保证连通与回路。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3401568" cy="64008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轻松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先熟悉黑暗与声音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017520"/>
            <a:ext cx="2880359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11 ×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3 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6 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入门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43400" y="1965960"/>
            <a:ext cx="3401568" cy="64008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62856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完整的回廊体验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62856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62856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15 × 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4 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7:00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 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推荐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2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28432" y="1965960"/>
            <a:ext cx="3401568" cy="64008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47888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困难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更大、更暗、更少回头路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47888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47888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19 ×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47888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 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7888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34272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7888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12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7888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挑战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50468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碎片按四象限 + BFS 最小间距分散；出口距离随难度增加。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05  / 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ITEMS  /  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八种道具，改变路线。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第一次拾取看教学卡；之后只给短提示。用得好是捷径，用错是代价。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ud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121408"/>
            <a:ext cx="841248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蝴蝶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指路 10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yinghuoch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2121408"/>
            <a:ext cx="841248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7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萤火虫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4 格视野 / 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aoxianqi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2121408"/>
            <a:ext cx="841248" cy="841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毛线球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路径记忆 / 15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maoti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2121408"/>
            <a:ext cx="841248" cy="8412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0411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猫条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1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每次移动 2 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xiaoyug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4087368"/>
            <a:ext cx="841248" cy="8412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37360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小鱼干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+20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xianhuaji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79" y="4087368"/>
            <a:ext cx="841248" cy="8412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2627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鲜花酒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方向颠倒 10 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ingg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799" y="4087368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1519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下水道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19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随机传送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hei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19" y="4087368"/>
            <a:ext cx="841248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10411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蝙蝠黑羽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1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-10 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06  / 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6689" r="16689"/>
          <a:stretch>
            <a:fillRect/>
          </a:stretch>
        </p:blipFill>
        <p:spPr>
          <a:xfrm>
            <a:off x="4069080" y="0"/>
            <a:ext cx="81226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ONBOARDING  /  新手引导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4EBDD"/>
                </a:solidFill>
                <a:latin typeface="Microsoft YaHei"/>
              </a:rPr>
              <a:t>第一次进入，
先看一段，再走一遍。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2491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10 秒原片视频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03580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 3 · Web 直放 / 原生精灵表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657599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7 × 7 教学迷宫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6849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 块碎片 / 2 个道具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9028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学会再出发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90118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进入正式三档难度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235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新进入动画；滑动移动小猫，目标/碎片/道具卡依次替换；成功/失败结算随机展示 5 张插画。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07  / 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AUDIO DESIGN  /  分层音乐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4EBDD"/>
                </a:solidFill>
                <a:latin typeface="Microsoft YaHei"/>
              </a:rPr>
              <a:t>每拾起一块，迷宫就多一层声音。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44752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四轨同步启动；每块碎片随机解锁一轨，四轨不重复。最后一块后静默 2.5 秒，再播放原曲高潮。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Bahnschrift"/>
              </a:rPr>
              <a:t>VOCALS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随机一轨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可能：歌声碎片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7" y="3831336"/>
            <a:ext cx="491490" cy="82296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11296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94176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鼓点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DRUMS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随机二轨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可能：鼓点碎片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94176" y="3831336"/>
            <a:ext cx="845362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64224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47104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贝斯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BASS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随机三轨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可能：低音碎片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47104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47104" y="3831336"/>
            <a:ext cx="1199235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17152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00032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97C7C"/>
                </a:solidFill>
                <a:latin typeface="Bahnschrif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其他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Bahnschrift"/>
              </a:rPr>
              <a:t>OTHER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随机四轨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可能：奇特的碎片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00032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400032" y="3831336"/>
            <a:ext cx="1553108" cy="82296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58368" y="4480560"/>
            <a:ext cx="7680960" cy="84124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46177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最后一块碎片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46177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停止四轨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461772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静默 2.5s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617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D8B27A"/>
                </a:solidFill>
                <a:latin typeface="Microsoft YaHei"/>
              </a:rPr>
              <a:t>原曲高潮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498348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9C8E82"/>
                </a:solidFill>
                <a:latin typeface="Bahnschrift"/>
              </a:rPr>
              <a:t>58s / 58s / 65s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4480560"/>
            <a:ext cx="2971800" cy="164592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732520" y="459028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Microsoft YaHei"/>
              </a:rPr>
              <a:t>高潮来自原曲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493776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轻松  星河追梦   58s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5276088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标准  Lemon        58s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5614416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困难  海街寺庙    65s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08  /  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790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9C8E82"/>
                </a:solidFill>
                <a:latin typeface="Microsoft YaHei"/>
              </a:rPr>
              <a:t>困难模式：第 5 块不再新增音轨，直接进入 2.5 秒静默 → 原曲高潮。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ENGINEERING  /  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把随机性关进笼子。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Cocos Creator 3.8.8 · TypeScript · 1920×1080 · HarmonyOS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78C8C0"/>
                </a:solidFill>
                <a:latin typeface="Microsoft YaHei"/>
              </a:rPr>
              <a:t>表现层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MazeRenderer · CatView
FogView · HudView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0168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玩法层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DemoGame · PlayerController
ItemSystem · FinaleView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6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核心层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MazeGenerator · Rng
LevelConfig · ProgressStore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63440"/>
            <a:ext cx="8092440" cy="65836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平台层：Cocos 构建 → harmonyos-next → hvigor → signed HAP +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1000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种子测试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种道具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档难度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种结局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09  / 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PROCESS  /  小八监工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5760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主角原型，是每天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坐在键盘边的那只猫。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小八负责盯进度、踩键盘、验收每一个版本。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它不写代码，但它决定每个版本能不能过。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盯屏幕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踩键盘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160520"/>
            <a:ext cx="192024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验收版本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开发过程不是一个人的战斗，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是猫和人一起把回廊走完。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960120"/>
            <a:ext cx="4526280" cy="2286000"/>
          </a:xfrm>
          <a:prstGeom prst="roundRect">
            <a:avLst/>
          </a:prstGeom>
          <a:solidFill>
            <a:srgbClr val="130E19"/>
          </a:solidFill>
          <a:ln w="1270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86600" y="1143000"/>
            <a:ext cx="4160520" cy="1783080"/>
          </a:xfrm>
          <a:prstGeom prst="rect">
            <a:avLst/>
          </a:prstGeom>
          <a:solidFill>
            <a:srgbClr val="0806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29844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DemoGame.ts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60020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MazeRenderer.ts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AudioDirector.ts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0370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build   ✓ tutorial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50545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V5.0 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3246120"/>
            <a:ext cx="868680" cy="29260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3529584"/>
            <a:ext cx="2331720" cy="10972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09560" y="2240280"/>
            <a:ext cx="31546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B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45720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81D30"/>
                </a:solidFill>
                <a:latin typeface="Microsoft YaHei"/>
              </a:rPr>
              <a:t>小八  ·  首席监工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484632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A4646"/>
                </a:solidFill>
                <a:latin typeface="Microsoft YaHei"/>
              </a:rPr>
              <a:t>“这个版本，再改一版。”</a:t>
            </a:r>
          </a:p>
        </p:txBody>
      </p:sp>
      <p:sp>
        <p:nvSpPr>
          <p:cNvPr id="22" name="Rectangle 21"/>
          <p:cNvSpPr/>
          <p:nvPr/>
        </p:nvSpPr>
        <p:spPr>
          <a:xfrm rot="21240000">
            <a:off x="781812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300000">
            <a:off x="1037844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10  /  13</a:t>
            </a:r>
          </a:p>
        </p:txBody>
      </p:sp>
      <p:pic>
        <p:nvPicPr>
          <p:cNvPr id="27" name="Picture 26" descr="xiaoba_de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2331720"/>
            <a:ext cx="292608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GAMEPLAY  /  实机体验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42062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900" b="1">
                <a:solidFill>
                  <a:srgbClr val="F3E7D3"/>
                </a:solidFill>
                <a:latin typeface="Microsoft YaHei"/>
              </a:rPr>
              <a:t>走一遍回廊，</a:t>
            </a:r>
          </a:p>
          <a:p>
            <a:pPr algn="l">
              <a:lnSpc>
                <a:spcPct val="120000"/>
              </a:lnSpc>
            </a:pPr>
            <a:r>
              <a:rPr sz="2900" b="1">
                <a:solidFill>
                  <a:srgbClr val="F3E7D3"/>
                </a:solidFill>
                <a:latin typeface="Microsoft YaHei"/>
              </a:rPr>
              <a:t>听一首歌慢慢完整。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A9E91"/>
                </a:solidFill>
                <a:latin typeface="Microsoft YaHei"/>
              </a:rPr>
              <a:t>45 秒实机录屏：探索、拾取、拼合、终局。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840480"/>
            <a:ext cx="13716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探索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31720" y="3840480"/>
            <a:ext cx="13716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拾取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3840480"/>
            <a:ext cx="9144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终局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5074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9E91"/>
                </a:solidFill>
                <a:latin typeface="Microsoft YaHei"/>
              </a:rPr>
              <a:t>点击播放 · 00:45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960120"/>
            <a:ext cx="6812280" cy="3977639"/>
          </a:xfrm>
          <a:prstGeom prst="roundRect">
            <a:avLst/>
          </a:prstGeom>
          <a:solidFill>
            <a:srgbClr val="07050B"/>
          </a:solidFill>
          <a:ln w="1270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gameplay_v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800600" y="1051560"/>
            <a:ext cx="6629400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11  / 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DELIVERY  /  V5.0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这次，打包到可以交付。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8fefd16b3821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真机安装 / hdc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99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09a7ef4eb596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AGC 上传 / 内测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817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4EBDD"/>
                </a:solidFill>
                <a:latin typeface="Microsoft YaHei"/>
              </a:rPr>
              <a:t>Debug 构建 · HAP 214.7 MB / APP 214.4 MB · arm64-v8a · 横屏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Web V5.0 同步交付（144.7 MB）；官方模拟器为 x86_64，与 arm64 原生库 ABI 不匹配，真机/云真机验证更可靠。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THANK YOU  /  V5.0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6400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让唱片
重新转起来。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977639"/>
            <a:ext cx="457200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4114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D8B27A"/>
                </a:solidFill>
                <a:latin typeface="Microsoft YaHei"/>
              </a:rPr>
              <a:t>喵音回廊  ·  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一只猫，一座会呼吸的迷宫，一张被摔碎的唱片。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13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545</Words>
  <Application>Microsoft Office PowerPoint</Application>
  <PresentationFormat>宽屏</PresentationFormat>
  <Paragraphs>202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Microsoft YaHei</vt:lpstr>
      <vt:lpstr>Arial</vt:lpstr>
      <vt:lpstr>Bahnschrift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信哲 边</cp:lastModifiedBy>
  <cp:revision>2</cp:revision>
  <dcterms:created xsi:type="dcterms:W3CDTF">2013-01-27T09:14:16Z</dcterms:created>
  <dcterms:modified xsi:type="dcterms:W3CDTF">2026-10-27T19:00:43Z</dcterms:modified>
  <cp:category/>
</cp:coreProperties>
</file>