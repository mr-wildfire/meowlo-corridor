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6"/>
    <p:sldId id="258" r:id="rId4"/>
    <p:sldId id="259" r:id="rId5"/>
    <p:sldId id="260" r:id="rId6"/>
    <p:sldId id="261" r:id="rId7"/>
    <p:sldId id="265" r:id="rId8"/>
    <p:sldId id="262" r:id="rId9"/>
    <p:sldId id="267" r:id="rId17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43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.xml"/><Relationship Id="rId17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5029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COCOS CREATOR 3.8.8   /   HARMONYOS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4526280"/>
            <a:ext cx="402336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90288"/>
            <a:ext cx="7315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喵音回廊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D8B27A"/>
                </a:solidFill>
                <a:latin typeface="Bahnschrift"/>
              </a:rPr>
              <a:t>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148840"/>
            <a:ext cx="548640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4EBDD"/>
                </a:solidFill>
                <a:latin typeface="Microsoft YaHei"/>
              </a:rPr>
              <a:t>妈妈的唱片碎在迷宫深处，
小八要把它们一块块找回来。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94360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Bahnschrift"/>
              </a:rPr>
              <a:t>V5.0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971032"/>
            <a:ext cx="4572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2026  ·  横屏 2D 迷宫冒险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9893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STORY  /  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475488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一张唱片，
被摔成了碎片。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4892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4EBDD"/>
                </a:solidFill>
                <a:latin typeface="Microsoft YaHei"/>
              </a:rPr>
              <a:t>妈妈的唱片被蝙蝠抢走，碎在迷宫深处。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8B27A"/>
                </a:solidFill>
                <a:latin typeface="Microsoft YaHei"/>
              </a:rPr>
              <a:t>小八要找回每一块碎片，把唱片带回给妈妈。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4206240" cy="0"/>
          </a:xfrm>
          <a:prstGeom prst="line">
            <a:avLst/>
          </a:prstGeom>
          <a:ln w="1016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377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出口，就藏在音乐重新响起的地方。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MELODY  /  旋律碎片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78992"/>
            <a:ext cx="73152" cy="1920240"/>
          </a:xfrm>
          <a:prstGeom prst="rect">
            <a:avLst/>
          </a:prstGeom>
          <a:solidFill>
            <a:srgbClr val="F2B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960120"/>
            <a:ext cx="594360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每一块碎片，</a:t>
            </a:r>
          </a:p>
          <a:p>
            <a:pPr algn="l">
              <a:lnSpc>
                <a:spcPct val="115000"/>
              </a:lnSpc>
            </a:pPr>
            <a:r>
              <a:rPr sz="3100" b="1">
                <a:solidFill>
                  <a:srgbClr val="F3E7D3"/>
                </a:solidFill>
                <a:latin typeface="Microsoft YaHei"/>
              </a:rPr>
              <a:t>都是一段旋律。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743200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每一次探索，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8FD3D6"/>
                </a:solidFill>
                <a:latin typeface="Microsoft YaHei"/>
              </a:rPr>
              <a:t>都是一首未完成的歌。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160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A9E91"/>
                </a:solidFill>
                <a:latin typeface="Microsoft YaHei"/>
              </a:rPr>
              <a:t>把迷宫走成谱面，把拾取变成编曲。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碎片 = 一条音轨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探索 = 一次编曲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4892040"/>
            <a:ext cx="219456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通关 = 完整播放</a:t>
            </a:r>
          </a:p>
        </p:txBody>
      </p:sp>
      <p:pic>
        <p:nvPicPr>
          <p:cNvPr id="10" name="Picture 9" descr="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51560"/>
            <a:ext cx="3474720" cy="347472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955279" y="685800"/>
            <a:ext cx="4206240" cy="420624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0" y="320040"/>
            <a:ext cx="4937760" cy="4937760"/>
          </a:xfrm>
          <a:prstGeom prst="ellipse">
            <a:avLst/>
          </a:prstGeom>
          <a:noFill/>
          <a:ln w="1016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516636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音乐不是终点，</a:t>
            </a:r>
          </a:p>
          <a:p>
            <a:pPr algn="r">
              <a:lnSpc>
                <a:spcPct val="130000"/>
              </a:lnSpc>
            </a:pPr>
            <a:r>
              <a:rPr sz="1400" b="0">
                <a:solidFill>
                  <a:srgbClr val="AA9E91"/>
                </a:solidFill>
                <a:latin typeface="Microsoft YaHei"/>
              </a:rPr>
              <a:t>是走过的每一步。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03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CORE LOOP  /  核心循环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找到、拼回、离开。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9C8E82"/>
                </a:solidFill>
                <a:latin typeface="Microsoft YaHei"/>
              </a:rPr>
              <a:t>一局 5–9 分钟。路线由你决定，风险也由你决定。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在迷雾里找路，
记住墙与岔口。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536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12463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集碎片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3–5 块碎片，
散落在四象限。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12463" y="4718304"/>
            <a:ext cx="2148841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12463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65392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拼唱片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最后一块触发终局，
CD 在中心重组。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65392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65392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终局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18320" y="2139696"/>
            <a:ext cx="731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6148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找出口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328416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出口开启，
带着唱片离开。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18320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418320" y="4809744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出口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522976"/>
            <a:ext cx="10881360" cy="502920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5614416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F4EBDD"/>
                </a:solidFill>
                <a:latin typeface="Microsoft YaHei"/>
              </a:rPr>
              <a:t>目标不是清空地图，而是在倒计时结束前，把“听不见的音乐”重新拼完整。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MAZE  /  随机迷宫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三档难度，三种呼吸。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同一 seed 可复现；DFS 生成 + 环路比例控制，保证连通与回路。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3401568" cy="64008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轻松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先熟悉黑暗与声音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017520"/>
            <a:ext cx="2880359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11 ×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3 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6 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入门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43400" y="1965960"/>
            <a:ext cx="3401568" cy="64008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62856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完整的回廊体验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62856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62856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15 × 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4 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7:00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 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推荐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2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28432" y="1965960"/>
            <a:ext cx="3401568" cy="64008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47888" y="2185415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困难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6609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更大、更暗、更少回头路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47888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47888" y="3163824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316382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19 ×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47888" y="349300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3493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 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7888" y="3822191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34272" y="3822191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7888" y="4151376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415137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12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7888" y="448056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448056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224027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挑战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50468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碎片按四象限 + BFS 最小间距分散；出口距离随难度增加。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ITEMS  /  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八种道具，改变路线。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第一次拾取看教学卡；之后只给短提示。用得好是捷径，用错是代价。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ud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121408"/>
            <a:ext cx="841248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蝴蝶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指路 10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yinghuoch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2121408"/>
            <a:ext cx="841248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7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萤火虫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4 格视野 / 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aoxianqi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2121408"/>
            <a:ext cx="841248" cy="841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毛线球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路径记忆 / 15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maoti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2121408"/>
            <a:ext cx="841248" cy="8412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04119" y="219456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猫条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19" y="263347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每次移动 2 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333756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xiaoyug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4087368"/>
            <a:ext cx="841248" cy="8412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37360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小鱼干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+20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xianhuaji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79" y="4087368"/>
            <a:ext cx="841248" cy="8412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2627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鲜花酒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方向颠倒 10 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ingg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799" y="4087368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1519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下水道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19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随机传送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hei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19" y="4087368"/>
            <a:ext cx="841248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104119" y="416052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蝙蝠黑羽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19" y="4599432"/>
            <a:ext cx="13533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-10 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5303520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6689" r="16689"/>
          <a:stretch>
            <a:fillRect/>
          </a:stretch>
        </p:blipFill>
        <p:spPr>
          <a:xfrm>
            <a:off x="4069080" y="0"/>
            <a:ext cx="81226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ONBOARDING  /  新手引导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4EBDD"/>
                </a:solidFill>
                <a:latin typeface="Microsoft YaHei"/>
              </a:rPr>
              <a:t>第一次进入，
先看一段，再走一遍。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24912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10 秒原片视频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035808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 3 · Web 直放 / 原生精灵表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657599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7 × 7 教学迷宫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6849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 块碎片 / 2 个道具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9028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学会再出发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90118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进入正式三档难度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235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新进入动画；滑动移动小猫，目标/碎片/道具卡依次替换；成功/失败结算随机展示 5 张插画。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AUDIO DESIGN  /  分层音乐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4EBDD"/>
                </a:solidFill>
                <a:latin typeface="Microsoft YaHei"/>
              </a:rPr>
              <a:t>每拾起一块，迷宫就多一层声音。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44752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四轨同步启动；每块碎片随机解锁一轨，四轨不重复。最后一块后静默 2.5 秒，再播放原曲高潮。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人声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Bahnschrift"/>
              </a:rPr>
              <a:t>VOCALS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随机一轨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可能：歌声碎片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7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7" y="3831336"/>
            <a:ext cx="491490" cy="82296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11296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94176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鼓点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DRUMS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随机二轨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可能：鼓点碎片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94176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94176" y="3831336"/>
            <a:ext cx="845362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64224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47104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贝斯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Bahnschrift"/>
              </a:rPr>
              <a:t>BASS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随机三轨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可能：低音碎片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47104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47104" y="3831336"/>
            <a:ext cx="1199235" cy="82296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217152" y="2148840"/>
            <a:ext cx="2615184" cy="20116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00032" y="2295144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97C7C"/>
                </a:solidFill>
                <a:latin typeface="Bahnschrif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7685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4EBDD"/>
                </a:solidFill>
                <a:latin typeface="Microsoft YaHei"/>
              </a:rPr>
              <a:t>其他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272491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Bahnschrift"/>
              </a:rPr>
              <a:t>OTHER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081528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随机四轨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347472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可能：奇特的碎片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00032" y="3831336"/>
            <a:ext cx="1965960" cy="82296"/>
          </a:xfrm>
          <a:prstGeom prst="rect">
            <a:avLst/>
          </a:prstGeom>
          <a:solidFill>
            <a:srgbClr val="3D2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400032" y="3831336"/>
            <a:ext cx="1553108" cy="82296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58368" y="4480560"/>
            <a:ext cx="7680960" cy="84124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46177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最后一块碎片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402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46177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停止四轨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461772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F4EBDD"/>
                </a:solidFill>
                <a:latin typeface="Microsoft YaHei"/>
              </a:rPr>
              <a:t>静默 2.5s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590288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D8B27A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617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D8B27A"/>
                </a:solidFill>
                <a:latin typeface="Microsoft YaHei"/>
              </a:rPr>
              <a:t>原曲高潮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498348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1">
                <a:solidFill>
                  <a:srgbClr val="9C8E82"/>
                </a:solidFill>
                <a:latin typeface="Bahnschrift"/>
              </a:rPr>
              <a:t>58s / 58s / 65s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549640" y="4480560"/>
            <a:ext cx="2971800" cy="164592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732520" y="459028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Microsoft YaHei"/>
              </a:rPr>
              <a:t>高潮来自原曲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4937760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轻松  星河追梦   58s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5276088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标准  Lemon        58s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5614416"/>
            <a:ext cx="2651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F4EBDD"/>
                </a:solidFill>
                <a:latin typeface="Microsoft YaHei"/>
              </a:rPr>
              <a:t>困难  海街寺庙    65s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08  / 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790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9C8E82"/>
                </a:solidFill>
                <a:latin typeface="Microsoft YaHei"/>
              </a:rPr>
              <a:t>困难模式：第 5 块不再新增音轨，直接进入 2.5 秒静默 → 原曲高潮。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ENGINEERING  /  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把随机性关进笼子。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Cocos Creator 3.8.8 · TypeScript · 1920×1080 · HarmonyOS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78C8C0"/>
                </a:solidFill>
                <a:latin typeface="Microsoft YaHei"/>
              </a:rPr>
              <a:t>表现层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MazeRenderer · CatView
FogView · HudView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0168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玩法层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DemoGame · PlayerController
ItemSystem · FinaleView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29718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6" y="22402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核心层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715768"/>
            <a:ext cx="2103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MazeGenerator · Rng
LevelConfig · ProgressStore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63440"/>
            <a:ext cx="8092440" cy="65836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平台层：Cocos 构建 → harmonyos-next → hvigor → signed HAP +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1000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种子测试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种道具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档难度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623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00760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种结局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09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35C"/>
                </a:solidFill>
                <a:latin typeface="Microsoft YaHei"/>
              </a:rPr>
              <a:t>PROCESS  /  小八监工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5760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主角原型，是每天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F3E7D3"/>
                </a:solidFill>
                <a:latin typeface="Microsoft YaHei"/>
              </a:rPr>
              <a:t>坐在键盘边的那只猫。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小八负责盯进度、踩键盘、验收每一个版本。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AA9E91"/>
                </a:solidFill>
                <a:latin typeface="Microsoft YaHei"/>
              </a:rPr>
              <a:t>它不写代码，但它决定每个版本能不能过。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盯屏幕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4160520"/>
            <a:ext cx="164592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踩键盘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160520"/>
            <a:ext cx="1920240" cy="384048"/>
          </a:xfrm>
          <a:prstGeom prst="roundRect">
            <a:avLst/>
          </a:prstGeom>
          <a:solidFill>
            <a:srgbClr val="1C1424"/>
          </a:solidFill>
          <a:ln w="12700">
            <a:solidFill>
              <a:srgbClr val="F2B3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3E7D3"/>
                </a:solidFill>
                <a:latin typeface="Microsoft YaHei"/>
              </a:rPr>
              <a:t>验收版本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开发过程不是一个人的战斗，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8FD3D6"/>
                </a:solidFill>
                <a:latin typeface="Microsoft YaHei"/>
              </a:rPr>
              <a:t>是猫和人一起把回廊走完。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960120"/>
            <a:ext cx="4526280" cy="2286000"/>
          </a:xfrm>
          <a:prstGeom prst="roundRect">
            <a:avLst/>
          </a:prstGeom>
          <a:solidFill>
            <a:srgbClr val="130E19"/>
          </a:solidFill>
          <a:ln w="12700">
            <a:solidFill>
              <a:srgbClr val="50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86600" y="1143000"/>
            <a:ext cx="4160520" cy="1783080"/>
          </a:xfrm>
          <a:prstGeom prst="rect">
            <a:avLst/>
          </a:prstGeom>
          <a:solidFill>
            <a:srgbClr val="0806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29844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DemoGame.ts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60020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MazeRenderer.ts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A9E91"/>
                </a:solidFill>
                <a:latin typeface="Microsoft YaHei"/>
              </a:rPr>
              <a:t>AudioDirector.ts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0370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build   ✓ tutorial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50545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2B35C"/>
                </a:solidFill>
                <a:latin typeface="Microsoft YaHei"/>
              </a:rPr>
              <a:t>✓ V5.0 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20" y="3246120"/>
            <a:ext cx="868680" cy="29260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3529584"/>
            <a:ext cx="2331720" cy="109728"/>
          </a:xfrm>
          <a:prstGeom prst="rect">
            <a:avLst/>
          </a:prstGeom>
          <a:solidFill>
            <a:srgbClr val="28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09560" y="2240280"/>
            <a:ext cx="315468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B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aoba_zhengshi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08" y="2395728"/>
            <a:ext cx="2834640" cy="1600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01000" y="41605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81D30"/>
                </a:solidFill>
                <a:latin typeface="Microsoft YaHei"/>
              </a:rPr>
              <a:t>小八  ·  首席监工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44988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A4646"/>
                </a:solidFill>
                <a:latin typeface="Microsoft YaHei"/>
              </a:rPr>
              <a:t>“这个版本，再改一版。”</a:t>
            </a:r>
          </a:p>
        </p:txBody>
      </p:sp>
      <p:sp>
        <p:nvSpPr>
          <p:cNvPr id="22" name="Rectangle 21"/>
          <p:cNvSpPr/>
          <p:nvPr/>
        </p:nvSpPr>
        <p:spPr>
          <a:xfrm rot="21240000">
            <a:off x="781812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300000">
            <a:off x="10378440" y="2148840"/>
            <a:ext cx="685800" cy="182880"/>
          </a:xfrm>
          <a:prstGeom prst="rect">
            <a:avLst/>
          </a:prstGeom>
          <a:solidFill>
            <a:srgbClr val="E8C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55080"/>
            <a:ext cx="10698480" cy="0"/>
          </a:xfrm>
          <a:prstGeom prst="line">
            <a:avLst/>
          </a:prstGeom>
          <a:ln w="10160">
            <a:solidFill>
              <a:srgbClr val="4637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642823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A9E91"/>
                </a:solidFill>
                <a:latin typeface="Microsoft YaHei"/>
              </a:rPr>
              <a:t>MEOWLO CORRIDOR  /  V5.0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DELIVERY  /  V5.0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这次，打包到可以交付。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235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8fefd16b3821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真机安装 / hdc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9944" y="2084832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523744"/>
            <a:ext cx="4663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喵音回廊-V5.0-Debug.app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3529584"/>
            <a:ext cx="4663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09a7ef4eb596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3895344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AGC 上传 / 内测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817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4EBDD"/>
                </a:solidFill>
                <a:latin typeface="Microsoft YaHei"/>
              </a:rPr>
              <a:t>Debug 构建 · HAP 214.7 MB / APP 214.4 MB · arm64-v8a · 横屏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Web V5.0 同步交付（144.7 MB）；官方模拟器为 x86_64，与 arm64 原生库 ABI 不匹配，真机/云真机验证更可靠。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THANK YOU  /  V5.0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6400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让唱片
重新转起来。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977639"/>
            <a:ext cx="457200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4114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D8B27A"/>
                </a:solidFill>
                <a:latin typeface="Microsoft YaHei"/>
              </a:rPr>
              <a:t>喵音回廊  ·  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一只猫，一座会呼吸的迷宫，一张被摔碎的唱片。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608990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545</Words>
  <Application>Microsoft Office PowerPoint</Application>
  <PresentationFormat>宽屏</PresentationFormat>
  <Paragraphs>202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Microsoft YaHei</vt:lpstr>
      <vt:lpstr>Arial</vt:lpstr>
      <vt:lpstr>Bahnschrift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信哲 边</cp:lastModifiedBy>
  <cp:revision>2</cp:revision>
  <dcterms:created xsi:type="dcterms:W3CDTF">2013-01-27T09:14:16Z</dcterms:created>
  <dcterms:modified xsi:type="dcterms:W3CDTF">2026-10-27T19:00:43Z</dcterms:modified>
  <cp:category/>
</cp:coreProperties>
</file>